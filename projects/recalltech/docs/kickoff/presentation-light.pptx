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</a:defRPr>
            </a:pPr>
            <a:r>
              <a:t>RecallTech BOLO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1A"/>
                </a:solidFill>
              </a:defRPr>
            </a:pPr>
            <a:r>
              <a:t>Project Kickoff • February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1A1A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30 BOLOs/day • Officers read &lt;5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1A1A"/>
                </a:solidFill>
              </a:defRPr>
            </a:pPr>
            <a:r>
              <a:t>Your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One platform. Real-time. AI-powered.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</a:defRPr>
            </a:pPr>
            <a:r>
              <a:t>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1A"/>
                </a:solidFill>
              </a:defRPr>
            </a:pPr>
            <a:r>
              <a:t>Voice • Search • Alerts •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400" b="1">
                <a:solidFill>
                  <a:srgbClr val="4A90D9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Delivery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CCCCC"/>
                </a:solidFill>
              </a:defRPr>
            </a:pPr>
            <a:r>
              <a:t>Auth • Orgs • Users • BOLOs • Search • Collab • Alerts • 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</a:defRPr>
            </a:pPr>
            <a:r>
              <a:t>FORGE™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1A"/>
                </a:solidFill>
              </a:defRPr>
            </a:pPr>
            <a:r>
              <a:t>Frame → Orchestrate → Refine → Govern → Execute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400" b="1">
                <a:solidFill>
                  <a:srgbClr val="4A90D9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Weeks to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CCCCC"/>
                </a:solidFill>
              </a:defRPr>
            </a:pPr>
            <a:r>
              <a:t>Weekly demos every Friday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1A1A"/>
                </a:solidFill>
              </a:defRPr>
            </a:pPr>
            <a:r>
              <a:t>miamigos.ai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Your dashboard. Full visibility.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1A1A"/>
                </a:solidFill>
              </a:defRPr>
            </a:pPr>
            <a:r>
              <a:t>Meet Amigo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Your AI teammate on Telegram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</a:defRPr>
            </a:pPr>
            <a:r>
              <a:t>Full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1A"/>
                </a:solidFill>
              </a:defRPr>
            </a:pPr>
            <a:r>
              <a:t>Portal • Telegram • Shared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/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1A1A"/>
                </a:solidFill>
              </a:defRPr>
            </a:pPr>
            <a: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CCCCC"/>
                </a:solidFill>
              </a:defRPr>
            </a:pPr>
            <a:r>
              <a:t>Sign up • Connect Amigo • Review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</a:defRPr>
            </a:pPr>
            <a:r>
              <a:t>Let's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1A"/>
                </a:solidFill>
              </a:defRPr>
            </a:pPr>
            <a:r>
              <a:t>miamigos.ai • @MiAmigosAIBot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